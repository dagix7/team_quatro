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Addis Ababa Ride Demand Forecasting Challenge</a:t>
            </a:r>
          </a:p>
          <a:p>
            <a:pPr>
              <a:defRPr sz="1400">
                <a:solidFill>
                  <a:srgbClr val="0EA5E9"/>
                </a:solidFill>
              </a:defRPr>
            </a:pPr>
            <a:r>
              <a:t>Qiyas Data Science &amp; AI Hackathon | Team Quatro — End-to-End Operational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1. THE OPERATIONAL PROBLEM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Core Goal: Operations requires 1-2 days ahead hourly ride request forecasts across 12 zones in Addis Ababa.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Target Horizon: November 1–14, 2025 (4,032 zone-hours) using history from Jan 1 to Oct 31, 2025.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Fleet Impact: Convert forecasted trips into driver fleet requirements (~1.3 trips/driver/hr) and expected gross fares (250 ETB/trip).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Key Habit: Strict chronological validation — no random splits, no leakage of operational consequences.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28416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2. THREE DATA STREAMS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Trip History (85,460 rows): Hourly trip requests per zone. Real-world messy: inconsistent spellings, mixed date formats, duplicates.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Hourly Weather (7,538 rows): City-wide temperature, rain, humidity, wind on UTC clock. Forecast for Nov 1–14.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Events Calendar (165 rows): Time intervals for holidays, football matches, concerts, exhibitions, and road closures across Addis.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Crucial Joining Rule: Weather is a many-to-one join; events require interval-based joins with lead/lag proximity.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28416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3. TEAM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Data Lead: Built modular cleaning &amp; integration pipeline (A1–A8), resolved the UTC clock shift, and built master tables.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Analysis Lead: Conducted 14 deep-dive studies (B1–B4) and rendered the 12-figure pack at 150 DPI.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Modeling Lead: Executed baselines, ablation study, 4-fold rolling origin validation, and leakage audits.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Deployment Lead: Delivered the working interactive Streamlit forecasting app and bundled assets.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Cleaning &amp; Multi-Table Integration Pipeline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Deliverable A: Standardizing keys, proving the weather clock, and preventing target leakage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THE CLOCK PROOF &amp; LEAKAGE SANITIZATION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The Clock Proof (A2 &amp; B2.1): Weather timestamps are in UTC, while trip logs are on Addis Ababa local time (EAT = UTC+3). Physical solar heating reaches maximum at 14:00 local time. On raw UTC timestamps, peak temperature occurs at 11:00 UTC. Shifting by +3 hours aligns peak temperature precisely at 14:00 EAT.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Timestamp Format Router: Mixed ISO naive, European DD/MM/YYYY, and offset ISO strings parsed with explicit regex routing — preventing silent month/day transposition.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Leakage Prevention (Rule 6 &amp; D4): Dropped avg_fare_birr, avg_wait_min, and active_drivers. These are downstream operational consequences of demand that do not exist at forecast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JOIN ARCHITECTURE &amp; INTEGRITY AUDIT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12 Canonical Zones Harmonized: Mapped 8 spelling aliases (Bole Rd, Piazza, Mercato, Kazanches, Kolfe Keranio, C.M.C) into exact canonical list.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Many-to-One Weather Join: Trip history is the left table; weather joined by hour. Row count invariant preserved (83,104 clean rows). Missing readings (72h) filled via interpolation.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Interval Event Joins: Confirmed events matched within [-2h, +2h] window, with forward and backward as-of merges computing 48h lead/lag proximity.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Automated Integrity Assertions (A7): 6 automated checks (unique keys, target validity, zone integrity, leakage freedom) executed with 100% PASS.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What the Data Says: Key Empirical Discoveries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Deliverables B &amp; C: Uncovering demand rhythms, weather sensitivity, and event uplift dynamics</a:t>
            </a:r>
          </a:p>
        </p:txBody>
      </p:sp>
      <p:pic>
        <p:nvPicPr>
          <p:cNvPr id="4" name="Picture 3" descr="fig06_weather_timezon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286000"/>
          </a:xfrm>
          <a:prstGeom prst="rect">
            <a:avLst/>
          </a:prstGeom>
        </p:spPr>
      </p:pic>
      <p:pic>
        <p:nvPicPr>
          <p:cNvPr id="5" name="Picture 4" descr="fig08_event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5120640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4592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CORE ANALYTICAL TAKEAWAYS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1. Diurnal Commute Patterns (B1.2): Commercial zones (Kazanchis, Arat Kilo) peak sharply during morning (07:00–09:00) and evening commute (17:00–19:00). Bole sustains high afternoon volume and late-night weekend surges.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2. Weekend Divergence (B1.3): Bole surges by +32% on weekends (1.32x ratio) due to nightlife and airport transit, while administrative hubs collapse by ~50% (0.51x ratio).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3. Rain Dose-Response (B2.3): Rain increases trip requests by +14% (light) to +24% (moderate). Demand saturates at ~7.6 mm/hr as road flooding and supply contraction balance surge demand.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4. Event Window Asymmetry (B3.2): Football matches show +18% pre-match arrival uplift, +5% during play, and a massive +52% post-match egress surge — validating asymmetric window features.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5. Macro Trend (B1.4): Platform demand expanded +55.3% from January to October (+520 trips/week), necessitating linear trend extrapolation (days_elapsed).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Modeling &amp; Chronological Evaluation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Deliverable D: Baselines, family comparisons, rolling-origin cross-validation, and ablation progression</a:t>
            </a:r>
          </a:p>
        </p:txBody>
      </p:sp>
      <p:pic>
        <p:nvPicPr>
          <p:cNvPr id="4" name="Picture 3" descr="fig10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286000"/>
          </a:xfrm>
          <a:prstGeom prst="rect">
            <a:avLst/>
          </a:prstGeom>
        </p:spPr>
      </p:pic>
      <p:pic>
        <p:nvPicPr>
          <p:cNvPr id="5" name="Picture 4" descr="fig12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5120640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64592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MODEL PERFORMANCE &amp; RIGOR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D1 Baselines: Mean Predictor (RMSE 30.16 | MAE 20.79) vs. Seasonal-Naive (RMSE 17.16 | MAE 7.53). Seasonal-naive cuts error by half, establishing the benchmark to beat.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D2 Model Comparison: Ridge (26.06) confirms non-linearity. Random Forest achieved 15.73 RMSE; LightGBM tied RF accuracy at 15.79 RMSE (only 0.06 higher) while training 10x faster (3s vs 24s) with native categorical zone handling. LightGBM was selected as final model.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D3 Rolling-Origin Validation: 4 expanding folds of 14 days yield 13.97 ± 2.58 RMSE. Stable performance across all regimes, with highest error occurring around volatile post-Meskel holiday weeks.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D5 Ablation Study (Rule 5 Compliance):</a:t>
            </a:r>
            <a:br/>
            <a:r>
              <a:t>  • Calendar + Zone + Trend: 16.92 RMSE</a:t>
            </a:r>
            <a:br/>
            <a:r>
              <a:t>  • + Weather Features: 16.07 RMSE (-0.85)</a:t>
            </a:r>
            <a:br/>
            <a:r>
              <a:t>  • + Event Features: 16.72 RMSE (-0.20)</a:t>
            </a:r>
            <a:br/>
            <a:r>
              <a:t>  • + Both Weather &amp; Events: 15.79 RMSE (-1.14 total gain)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D6 Tuning: Randomized search with TimeSeriesSplit improved RMSE to 15.73.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Operations, Error Analysis &amp; Deployed Demo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Deliverables E, F, G &amp; Stretch Goal: From forecast errors to live fleet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OPERATIONAL IMPACT &amp; FLEET METRICS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Plain-Language Metric (D9): Mean city-wide demand is 33.4 trips/zone-hour. Model RMSE of 15.8 trips is 47.3% of mean demand, and MAE of 6.8 trips is 20.3% of mean demand.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Driver Translation (~1.3 trips/driver/hr): Corresponds to an average absolute error of ~5.2 drivers and an RMSE surge buffer of ~12.1 drivers per zone-hour for dispatch.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Error Analysis &amp; Extreme Spikes (D7): Model under-forecasts rare 200–500 trip spikes (e.g. CMC Oct 7 morning surge of 592 trips). These represent unlisted mass transit breakdowns or religious gatherings absent from the calendar table.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Zone Equity Mitigation: Propose asymmetric loss (penalizing under-forecasting by 1.5x in peripheral zones like Ayat) to prevent rider abandonments.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DEPLOYED DEMO &amp; REPRODUCIBILITY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Working Streamlit Dashboard (Deliverable E): Runs with a single local command:</a:t>
            </a:r>
            <a:br/>
            <a:r>
              <a:t>  streamlit run app/app.py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Key Interface Features:</a:t>
            </a:r>
            <a:br/>
            <a:r>
              <a:t>  • Dropdown for 12 canonical Addis Ababa zones.</a:t>
            </a:r>
            <a:br/>
            <a:r>
              <a:t>  • Date picker locked to Nov 1–14, 2025 with guardrail messages.</a:t>
            </a:r>
            <a:br/>
            <a:r>
              <a:t>  • Silent background lookup of weather and events.</a:t>
            </a:r>
            <a:br/>
            <a:r>
              <a:t>  • Real-time metrics: Peak Hour, Estimated Drivers Needed, Gross Fares.</a:t>
            </a:r>
            <a:br/>
            <a:r>
              <a:t>  • Interactive Altair curve highlighting peak demand.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Final Submission File (G4): Exactly 4,032 test predictions exported to submission/team_quatro_submission.csv (zero nulls, non-negative).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Ready for Q&amp;A: Open to live test forecasting for any zone and date of the judges' choice.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